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d2439a5864ad4" /><Relationship Type="http://schemas.openxmlformats.org/officeDocument/2006/relationships/extended-properties" Target="/docProps/app.xml" Id="R5b083feed9c94141" /><Relationship Type="http://schemas.openxmlformats.org/officeDocument/2006/relationships/officeDocument" Target="/ppt/presentation.xml" Id="Red412109751241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3c9c093ff4b31"/>
  </p:sldMasterIdLst>
  <p:notesMasterIdLst>
    <p:notesMasterId xmlns:r="http://schemas.openxmlformats.org/officeDocument/2006/relationships" r:id="Rdda7c5bd992d4c96"/>
  </p:notesMasterIdLst>
  <p:sldIdLst>
    <p:sldId xmlns:r="http://schemas.openxmlformats.org/officeDocument/2006/relationships" id="256" r:id="R9dd7e9de17fa4bad"/>
    <p:sldId xmlns:r="http://schemas.openxmlformats.org/officeDocument/2006/relationships" id="257" r:id="R15ad561570614e33"/>
    <p:sldId xmlns:r="http://schemas.openxmlformats.org/officeDocument/2006/relationships" id="258" r:id="R19936c1782c74b1e"/>
    <p:sldId xmlns:r="http://schemas.openxmlformats.org/officeDocument/2006/relationships" id="259" r:id="R61929f28091545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47e6c0205e4641" /><Relationship Type="http://schemas.openxmlformats.org/officeDocument/2006/relationships/slideMaster" Target="/ppt/slideMasters/slideMaster1.xml" Id="R8143c9c093ff4b31" /><Relationship Type="http://schemas.openxmlformats.org/officeDocument/2006/relationships/notesMaster" Target="/ppt/notesMasters/notesMaster1.xml" Id="Rdda7c5bd992d4c96" /><Relationship Type="http://schemas.openxmlformats.org/officeDocument/2006/relationships/presProps" Target="/ppt/presProps.xml" Id="R5afcd441cab54a6b" /><Relationship Type="http://schemas.openxmlformats.org/officeDocument/2006/relationships/tableStyles" Target="/ppt/tableStyles.xml" Id="R05768027e6c94e8e" /><Relationship Type="http://schemas.openxmlformats.org/officeDocument/2006/relationships/slide" Target="/ppt/slides/slide1.xml" Id="R9dd7e9de17fa4bad" /><Relationship Type="http://schemas.openxmlformats.org/officeDocument/2006/relationships/slide" Target="/ppt/slides/slide2.xml" Id="R15ad561570614e33" /><Relationship Type="http://schemas.openxmlformats.org/officeDocument/2006/relationships/slide" Target="/ppt/slides/slide3.xml" Id="R19936c1782c74b1e" /><Relationship Type="http://schemas.openxmlformats.org/officeDocument/2006/relationships/slide" Target="/ppt/slides/slide4.xml" Id="R61929f28091545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b01668cc1a41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def28d751d48bc" /><Relationship Type="http://schemas.openxmlformats.org/officeDocument/2006/relationships/notesMaster" Target="/ppt/notesMasters/notesMaster1.xml" Id="R03ebb581185443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b700b9e5e64e7f" /><Relationship Type="http://schemas.openxmlformats.org/officeDocument/2006/relationships/notesMaster" Target="/ppt/notesMasters/notesMaster1.xml" Id="Rb131256313b646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7b883f7e4046d7" /><Relationship Type="http://schemas.openxmlformats.org/officeDocument/2006/relationships/notesMaster" Target="/ppt/notesMasters/notesMaster1.xml" Id="R768e28cb0d0340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fba7791ff9b4c8b" /><Relationship Type="http://schemas.openxmlformats.org/officeDocument/2006/relationships/notesMaster" Target="/ppt/notesMasters/notesMaster1.xml" Id="Rd613e4b788cf40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730385b3341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00e74cd69a486f" /><Relationship Type="http://schemas.openxmlformats.org/officeDocument/2006/relationships/slideLayout" Target="/ppt/slideLayouts/slideLayout1.xml" Id="Rec200677881a4a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00677881a4a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45289c1b54246" /><Relationship Type="http://schemas.openxmlformats.org/officeDocument/2006/relationships/notesSlide" Target="/ppt/notesSlides/notesSlide1.xml" Id="R4b45077cae5043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3cb62796d46f6" /><Relationship Type="http://schemas.openxmlformats.org/officeDocument/2006/relationships/notesSlide" Target="/ppt/notesSlides/notesSlide2.xml" Id="R4f27f155d41d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51d252ccf444c" /><Relationship Type="http://schemas.openxmlformats.org/officeDocument/2006/relationships/notesSlide" Target="/ppt/notesSlides/notesSlide3.xml" Id="R0df90c65763947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69494a1a24e6c" /><Relationship Type="http://schemas.openxmlformats.org/officeDocument/2006/relationships/notesSlide" Target="/ppt/notesSlides/notesSlide4.xml" Id="R269358097bbc45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bar">
            <a:extLst xmlns:a="http://schemas.openxmlformats.org/drawingml/2006/main">
              <a:ext uri="{FF2B5EF4-FFF2-40B4-BE49-F238E27FC236}">
                <a16:creationId xmlns:a16="http://schemas.microsoft.com/office/drawing/2014/main" id="{37E52282-1AFC-4517-8EA8-21A14CB7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6A0BF43-5737-4705-B80C-13659BE7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平台测试资料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1EDB059-C4FD-4B51-A615-D35B4C4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AgentNexus</a:t>
            </a:r>
          </a:p>
          <a:p xmlns:a="http://schemas.openxmlformats.org/drawingml/2006/main">
            <a:pPr>
              <a:defRPr sz="4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全功能验收样例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E60F333-4442-4282-8F57-2F8C9E15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64748B"/>
                </a:solidFill>
                <a:latin typeface="Arial"/>
                <a:ea typeface="Arial"/>
                <a:cs typeface="Arial"/>
              </a:rPr>
              <a:t>对话 · Skill · MCP · 文件产物 · 专家协作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7A276B89-928A-40E1-9394-2520BBAA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note">
            <a:extLst xmlns:a="http://schemas.openxmlformats.org/drawingml/2006/main">
              <a:ext uri="{FF2B5EF4-FFF2-40B4-BE49-F238E27FC236}">
                <a16:creationId xmlns:a16="http://schemas.microsoft.com/office/drawing/2014/main" id="{F40BB1AE-8238-4577-8736-6F1F6A4C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007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fixture-v1  /  2026-08-21  /  不含真实密钥</a:t>
            </a:r>
          </a:p>
        </p:txBody>
      </p:sp>
    </p:spTree>
    <p:extLst>
      <p:ext uri="{BB962C8B-B14F-4D97-AF65-F5344CB8AC3E}">
        <p14:creationId xmlns:p14="http://schemas.microsoft.com/office/powerpoint/2010/main" val="1017971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2">
            <a:extLst xmlns:a="http://schemas.openxmlformats.org/drawingml/2006/main">
              <a:ext uri="{FF2B5EF4-FFF2-40B4-BE49-F238E27FC236}">
                <a16:creationId xmlns:a16="http://schemas.microsoft.com/office/drawing/2014/main" id="{C8626843-9DBF-4AAE-8265-8573952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01 · 能力地图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DDECA66-93CE-49BE-8BD1-273A7427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样例覆盖平台最容易出问题的四个环节</a:t>
            </a:r>
          </a:p>
        </p:txBody>
      </p:sp>
      <p:sp>
        <p:nvSpPr>
          <p:cNvPr id="3" name="block-0">
            <a:extLst xmlns:a="http://schemas.openxmlformats.org/drawingml/2006/main">
              <a:ext uri="{FF2B5EF4-FFF2-40B4-BE49-F238E27FC236}">
                <a16:creationId xmlns:a16="http://schemas.microsoft.com/office/drawing/2014/main" id="{F1C7B461-7C7E-4D8E-BAEE-84DB2FA1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lock-label-0">
            <a:extLst xmlns:a="http://schemas.openxmlformats.org/drawingml/2006/main">
              <a:ext uri="{FF2B5EF4-FFF2-40B4-BE49-F238E27FC236}">
                <a16:creationId xmlns:a16="http://schemas.microsoft.com/office/drawing/2014/main" id="{EE4A762F-5CE9-4FAD-8994-744EF022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上下文</a:t>
            </a:r>
          </a:p>
        </p:txBody>
      </p:sp>
      <p:sp>
        <p:nvSpPr>
          <p:cNvPr id="5" name="block-body-0">
            <a:extLst xmlns:a="http://schemas.openxmlformats.org/drawingml/2006/main">
              <a:ext uri="{FF2B5EF4-FFF2-40B4-BE49-F238E27FC236}">
                <a16:creationId xmlns:a16="http://schemas.microsoft.com/office/drawing/2014/main" id="{5001F434-3E3F-495F-87C5-3DE77A9B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同一对话能承接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附件与前轮结论</a:t>
            </a:r>
          </a:p>
        </p:txBody>
      </p:sp>
      <p:sp>
        <p:nvSpPr>
          <p:cNvPr id="6" name="block-1">
            <a:extLst xmlns:a="http://schemas.openxmlformats.org/drawingml/2006/main">
              <a:ext uri="{FF2B5EF4-FFF2-40B4-BE49-F238E27FC236}">
                <a16:creationId xmlns:a16="http://schemas.microsoft.com/office/drawing/2014/main" id="{82879156-CCC2-489F-AFA1-806279EB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B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lock-label-1">
            <a:extLst xmlns:a="http://schemas.openxmlformats.org/drawingml/2006/main">
              <a:ext uri="{FF2B5EF4-FFF2-40B4-BE49-F238E27FC236}">
                <a16:creationId xmlns:a16="http://schemas.microsoft.com/office/drawing/2014/main" id="{E6374CF9-BBCA-406A-9114-B90D83CB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527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编排</a:t>
            </a:r>
          </a:p>
        </p:txBody>
      </p:sp>
      <p:sp>
        <p:nvSpPr>
          <p:cNvPr id="8" name="block-body-1">
            <a:extLst xmlns:a="http://schemas.openxmlformats.org/drawingml/2006/main">
              <a:ext uri="{FF2B5EF4-FFF2-40B4-BE49-F238E27FC236}">
                <a16:creationId xmlns:a16="http://schemas.microsoft.com/office/drawing/2014/main" id="{EB558AD2-CB93-49CE-B695-F1423D16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计划、大节点和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Skill/MCP 子节点</a:t>
            </a:r>
          </a:p>
        </p:txBody>
      </p:sp>
      <p:sp>
        <p:nvSpPr>
          <p:cNvPr id="9" name="block-2">
            <a:extLst xmlns:a="http://schemas.openxmlformats.org/drawingml/2006/main">
              <a:ext uri="{FF2B5EF4-FFF2-40B4-BE49-F238E27FC236}">
                <a16:creationId xmlns:a16="http://schemas.microsoft.com/office/drawing/2014/main" id="{88E4082E-F890-4A36-BDDA-0A197B5F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lock-label-2">
            <a:extLst xmlns:a="http://schemas.openxmlformats.org/drawingml/2006/main">
              <a:ext uri="{FF2B5EF4-FFF2-40B4-BE49-F238E27FC236}">
                <a16:creationId xmlns:a16="http://schemas.microsoft.com/office/drawing/2014/main" id="{32DE2000-D355-4FF9-AE15-BE25DFE0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527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产物</a:t>
            </a:r>
          </a:p>
        </p:txBody>
      </p:sp>
      <p:sp>
        <p:nvSpPr>
          <p:cNvPr id="11" name="block-body-2">
            <a:extLst xmlns:a="http://schemas.openxmlformats.org/drawingml/2006/main">
              <a:ext uri="{FF2B5EF4-FFF2-40B4-BE49-F238E27FC236}">
                <a16:creationId xmlns:a16="http://schemas.microsoft.com/office/drawing/2014/main" id="{45D15B35-97FC-47DC-9339-869F90F2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DOCX · XLSX · PPTX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PDF · HTML · MD</a:t>
            </a:r>
          </a:p>
        </p:txBody>
      </p:sp>
      <p:sp>
        <p:nvSpPr>
          <p:cNvPr id="12" name="block-3">
            <a:extLst xmlns:a="http://schemas.openxmlformats.org/drawingml/2006/main">
              <a:ext uri="{FF2B5EF4-FFF2-40B4-BE49-F238E27FC236}">
                <a16:creationId xmlns:a16="http://schemas.microsoft.com/office/drawing/2014/main" id="{BD79053E-0715-4B0E-B963-E9710077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286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lock-label-3">
            <a:extLst xmlns:a="http://schemas.openxmlformats.org/drawingml/2006/main">
              <a:ext uri="{FF2B5EF4-FFF2-40B4-BE49-F238E27FC236}">
                <a16:creationId xmlns:a16="http://schemas.microsoft.com/office/drawing/2014/main" id="{614B5C1A-C640-46D7-BB15-414AEA5D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527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安全</a:t>
            </a:r>
          </a:p>
        </p:txBody>
      </p:sp>
      <p:sp>
        <p:nvSpPr>
          <p:cNvPr id="14" name="block-body-3">
            <a:extLst xmlns:a="http://schemas.openxmlformats.org/drawingml/2006/main">
              <a:ext uri="{FF2B5EF4-FFF2-40B4-BE49-F238E27FC236}">
                <a16:creationId xmlns:a16="http://schemas.microsoft.com/office/drawing/2014/main" id="{8F5E4A2D-57AD-4B0E-A9EC-D298FF53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参数缺失、权限、</a:t>
            </a:r>
          </a:p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网络和模型错误</a:t>
            </a:r>
          </a:p>
        </p:txBody>
      </p:sp>
      <p:sp>
        <p:nvSpPr>
          <p:cNvPr id="15" name="rule-2">
            <a:extLst xmlns:a="http://schemas.openxmlformats.org/drawingml/2006/main">
              <a:ext uri="{FF2B5EF4-FFF2-40B4-BE49-F238E27FC236}">
                <a16:creationId xmlns:a16="http://schemas.microsoft.com/office/drawing/2014/main" id="{721757FC-B312-443B-BB1B-FAF923C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2">
            <a:extLst xmlns:a="http://schemas.openxmlformats.org/drawingml/2006/main">
              <a:ext uri="{FF2B5EF4-FFF2-40B4-BE49-F238E27FC236}">
                <a16:creationId xmlns:a16="http://schemas.microsoft.com/office/drawing/2014/main" id="{7665C005-26EC-4265-A915-3FA898B7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AgentNexus sample  ·  02</a:t>
            </a:r>
          </a:p>
        </p:txBody>
      </p:sp>
    </p:spTree>
    <p:extLst>
      <p:ext uri="{BB962C8B-B14F-4D97-AF65-F5344CB8AC3E}">
        <p14:creationId xmlns:p14="http://schemas.microsoft.com/office/powerpoint/2010/main" val="1568208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-3">
            <a:extLst xmlns:a="http://schemas.openxmlformats.org/drawingml/2006/main">
              <a:ext uri="{FF2B5EF4-FFF2-40B4-BE49-F238E27FC236}">
                <a16:creationId xmlns:a16="http://schemas.microsoft.com/office/drawing/2014/main" id="{F59789E8-521D-494D-A543-1615D21C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02 · 建议对话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AB9173E-66DC-44DE-942D-E1CD9013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用三轮消息验证上下文和文档交付</a:t>
            </a:r>
          </a:p>
        </p:txBody>
      </p:sp>
      <p:sp>
        <p:nvSpPr>
          <p:cNvPr id="3" name="step-no-0">
            <a:extLst xmlns:a="http://schemas.openxmlformats.org/drawingml/2006/main">
              <a:ext uri="{FF2B5EF4-FFF2-40B4-BE49-F238E27FC236}">
                <a16:creationId xmlns:a16="http://schemas.microsoft.com/office/drawing/2014/main" id="{113F423D-DC62-4D7B-92E3-67D8A758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tep-line-0">
            <a:extLst xmlns:a="http://schemas.openxmlformats.org/drawingml/2006/main">
              <a:ext uri="{FF2B5EF4-FFF2-40B4-BE49-F238E27FC236}">
                <a16:creationId xmlns:a16="http://schemas.microsoft.com/office/drawing/2014/main" id="{845E8DCC-164B-406F-9DE4-6D2C5168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6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B09C1B4B-0F23-4997-A1DC-C27E2F52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总结上传资料</a:t>
            </a:r>
          </a:p>
        </p:txBody>
      </p:sp>
      <p:sp>
        <p:nvSpPr>
          <p:cNvPr id="6" name="step-copy-0">
            <a:extLst xmlns:a="http://schemas.openxmlformats.org/drawingml/2006/main">
              <a:ext uri="{FF2B5EF4-FFF2-40B4-BE49-F238E27FC236}">
                <a16:creationId xmlns:a16="http://schemas.microsoft.com/office/drawing/2014/main" id="{42BFC987-2222-432E-8DD8-5E38CD1D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请列出关键结论、风险和待办。</a:t>
            </a:r>
          </a:p>
        </p:txBody>
      </p:sp>
      <p:sp>
        <p:nvSpPr>
          <p:cNvPr id="7" name="step-no-1">
            <a:extLst xmlns:a="http://schemas.openxmlformats.org/drawingml/2006/main">
              <a:ext uri="{FF2B5EF4-FFF2-40B4-BE49-F238E27FC236}">
                <a16:creationId xmlns:a16="http://schemas.microsoft.com/office/drawing/2014/main" id="{6B4005B5-A191-42B2-9DC0-3C1FA3C8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line-1">
            <a:extLst xmlns:a="http://schemas.openxmlformats.org/drawingml/2006/main">
              <a:ext uri="{FF2B5EF4-FFF2-40B4-BE49-F238E27FC236}">
                <a16:creationId xmlns:a16="http://schemas.microsoft.com/office/drawing/2014/main" id="{DB3E3BB4-F893-4DA2-BF8C-D97A86B9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57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8C4F1843-D97A-489D-8A0A-AEC35526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861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复用结构</a:t>
            </a:r>
          </a:p>
        </p:txBody>
      </p:sp>
      <p:sp>
        <p:nvSpPr>
          <p:cNvPr id="10" name="step-copy-1">
            <a:extLst xmlns:a="http://schemas.openxmlformats.org/drawingml/2006/main">
              <a:ext uri="{FF2B5EF4-FFF2-40B4-BE49-F238E27FC236}">
                <a16:creationId xmlns:a16="http://schemas.microsoft.com/office/drawing/2014/main" id="{0628F722-0B31-41F1-8CE7-9E6C9B93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86125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保留相同章节结构，整理成 Word 与 Markdown。</a:t>
            </a:r>
          </a:p>
        </p:txBody>
      </p:sp>
      <p:sp>
        <p:nvSpPr>
          <p:cNvPr id="11" name="step-no-2">
            <a:extLst xmlns:a="http://schemas.openxmlformats.org/drawingml/2006/main">
              <a:ext uri="{FF2B5EF4-FFF2-40B4-BE49-F238E27FC236}">
                <a16:creationId xmlns:a16="http://schemas.microsoft.com/office/drawing/2014/main" id="{F846C492-ACD4-4A77-92CF-C7EA7BE6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step-line-2">
            <a:extLst xmlns:a="http://schemas.openxmlformats.org/drawingml/2006/main">
              <a:ext uri="{FF2B5EF4-FFF2-40B4-BE49-F238E27FC236}">
                <a16:creationId xmlns:a16="http://schemas.microsoft.com/office/drawing/2014/main" id="{5E7C2417-5329-4577-9905-42A40AA2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482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E5AA6C75-7BDF-4F39-AE03-8B6BC98D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4767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扩展产物</a:t>
            </a:r>
          </a:p>
        </p:txBody>
      </p:sp>
      <p:sp>
        <p:nvSpPr>
          <p:cNvPr id="14" name="step-copy-2">
            <a:extLst xmlns:a="http://schemas.openxmlformats.org/drawingml/2006/main">
              <a:ext uri="{FF2B5EF4-FFF2-40B4-BE49-F238E27FC236}">
                <a16:creationId xmlns:a16="http://schemas.microsoft.com/office/drawing/2014/main" id="{9C3C499E-2410-47B3-922E-BFA4C723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7675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64748B"/>
                </a:solidFill>
                <a:latin typeface="Arial"/>
                <a:ea typeface="Arial"/>
                <a:cs typeface="Arial"/>
              </a:rPr>
              <a:t>再生成 Excel 与 3 页 PPT，并提供下载。</a:t>
            </a:r>
          </a:p>
        </p:txBody>
      </p:sp>
      <p:sp>
        <p:nvSpPr>
          <p:cNvPr id="15" name="rule-3">
            <a:extLst xmlns:a="http://schemas.openxmlformats.org/drawingml/2006/main">
              <a:ext uri="{FF2B5EF4-FFF2-40B4-BE49-F238E27FC236}">
                <a16:creationId xmlns:a16="http://schemas.microsoft.com/office/drawing/2014/main" id="{5733D9B1-80C1-4AE9-A69A-7DE9496A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3">
            <a:extLst xmlns:a="http://schemas.openxmlformats.org/drawingml/2006/main">
              <a:ext uri="{FF2B5EF4-FFF2-40B4-BE49-F238E27FC236}">
                <a16:creationId xmlns:a16="http://schemas.microsoft.com/office/drawing/2014/main" id="{660FA193-C995-4AF5-9231-FB9D446F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AgentNexus sample  ·  03</a:t>
            </a:r>
          </a:p>
        </p:txBody>
      </p:sp>
    </p:spTree>
    <p:extLst>
      <p:ext uri="{BB962C8B-B14F-4D97-AF65-F5344CB8AC3E}">
        <p14:creationId xmlns:p14="http://schemas.microsoft.com/office/powerpoint/2010/main" val="4500505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4">
            <a:extLst xmlns:a="http://schemas.openxmlformats.org/drawingml/2006/main">
              <a:ext uri="{FF2B5EF4-FFF2-40B4-BE49-F238E27FC236}">
                <a16:creationId xmlns:a16="http://schemas.microsoft.com/office/drawing/2014/main" id="{49A80CD4-21AC-416A-AA0F-29CA999F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4748B"/>
                </a:solidFill>
                <a:latin typeface="Arial"/>
                <a:ea typeface="Arial"/>
                <a:cs typeface="Arial"/>
              </a:rPr>
              <a:t>03 · 验收门槛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DDFDDEB-AB51-45DF-A0CF-D59F95C1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最终答案和文件都要过同一套检查</a:t>
            </a:r>
          </a:p>
        </p:txBody>
      </p:sp>
      <p:sp>
        <p:nvSpPr>
          <p:cNvPr id="3" name="check-panel">
            <a:extLst xmlns:a="http://schemas.openxmlformats.org/drawingml/2006/main">
              <a:ext uri="{FF2B5EF4-FFF2-40B4-BE49-F238E27FC236}">
                <a16:creationId xmlns:a16="http://schemas.microsoft.com/office/drawing/2014/main" id="{93089592-8C0F-46AB-885C-69828911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eck-icon-0">
            <a:extLst xmlns:a="http://schemas.openxmlformats.org/drawingml/2006/main">
              <a:ext uri="{FF2B5EF4-FFF2-40B4-BE49-F238E27FC236}">
                <a16:creationId xmlns:a16="http://schemas.microsoft.com/office/drawing/2014/main" id="{E2EBE954-C1EA-41ED-BFC0-33D8B66E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5" name="check-label-0">
            <a:extLst xmlns:a="http://schemas.openxmlformats.org/drawingml/2006/main">
              <a:ext uri="{FF2B5EF4-FFF2-40B4-BE49-F238E27FC236}">
                <a16:creationId xmlns:a16="http://schemas.microsoft.com/office/drawing/2014/main" id="{71828012-3088-41B6-9E9B-D410A275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622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相关</a:t>
            </a:r>
          </a:p>
        </p:txBody>
      </p:sp>
      <p:sp>
        <p:nvSpPr>
          <p:cNvPr id="6" name="check-copy-0">
            <a:extLst xmlns:a="http://schemas.openxmlformats.org/drawingml/2006/main">
              <a:ext uri="{FF2B5EF4-FFF2-40B4-BE49-F238E27FC236}">
                <a16:creationId xmlns:a16="http://schemas.microsoft.com/office/drawing/2014/main" id="{8C1DABA0-CC3C-40E6-ACA7-DF2162A8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622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回答没有被历史天气或无关工具带偏</a:t>
            </a:r>
          </a:p>
        </p:txBody>
      </p:sp>
      <p:sp>
        <p:nvSpPr>
          <p:cNvPr id="7" name="check-icon-1">
            <a:extLst xmlns:a="http://schemas.openxmlformats.org/drawingml/2006/main">
              <a:ext uri="{FF2B5EF4-FFF2-40B4-BE49-F238E27FC236}">
                <a16:creationId xmlns:a16="http://schemas.microsoft.com/office/drawing/2014/main" id="{CB7C0C65-37E3-4635-B915-8427DE8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CA39E2A3-0B2A-413B-8D54-AB68FB08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933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可追踪</a:t>
            </a:r>
          </a:p>
        </p:txBody>
      </p:sp>
      <p:sp>
        <p:nvSpPr>
          <p:cNvPr id="9" name="check-copy-1">
            <a:extLst xmlns:a="http://schemas.openxmlformats.org/drawingml/2006/main">
              <a:ext uri="{FF2B5EF4-FFF2-40B4-BE49-F238E27FC236}">
                <a16:creationId xmlns:a16="http://schemas.microsoft.com/office/drawing/2014/main" id="{886DC241-FF3E-4119-966C-48F2D25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337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能下钻看到模型、Skill、MCP 和参数</a:t>
            </a:r>
          </a:p>
        </p:txBody>
      </p:sp>
      <p:sp>
        <p:nvSpPr>
          <p:cNvPr id="10" name="check-icon-2">
            <a:extLst xmlns:a="http://schemas.openxmlformats.org/drawingml/2006/main">
              <a:ext uri="{FF2B5EF4-FFF2-40B4-BE49-F238E27FC236}">
                <a16:creationId xmlns:a16="http://schemas.microsoft.com/office/drawing/2014/main" id="{96225E79-787F-4628-B95D-7B9A28D9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301B83B1-A636-4E21-9F5D-D9498BA7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052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12" name="check-copy-2">
            <a:extLst xmlns:a="http://schemas.openxmlformats.org/drawingml/2006/main">
              <a:ext uri="{FF2B5EF4-FFF2-40B4-BE49-F238E27FC236}">
                <a16:creationId xmlns:a16="http://schemas.microsoft.com/office/drawing/2014/main" id="{1A3A0337-FBF6-4536-A5D6-EBAF8304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失败原因在对话区清楚说明，不展示堆栈</a:t>
            </a:r>
          </a:p>
        </p:txBody>
      </p:sp>
      <p:sp>
        <p:nvSpPr>
          <p:cNvPr id="13" name="check-icon-3">
            <a:extLst xmlns:a="http://schemas.openxmlformats.org/drawingml/2006/main">
              <a:ext uri="{FF2B5EF4-FFF2-40B4-BE49-F238E27FC236}">
                <a16:creationId xmlns:a16="http://schemas.microsoft.com/office/drawing/2014/main" id="{2AD2E7E2-9656-4352-AC85-799AB962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3DF615FB-5235-4A7D-8BF7-44018FE5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767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可交付</a:t>
            </a:r>
          </a:p>
        </p:txBody>
      </p:sp>
      <p:sp>
        <p:nvSpPr>
          <p:cNvPr id="15" name="check-copy-3">
            <a:extLst xmlns:a="http://schemas.openxmlformats.org/drawingml/2006/main">
              <a:ext uri="{FF2B5EF4-FFF2-40B4-BE49-F238E27FC236}">
                <a16:creationId xmlns:a16="http://schemas.microsoft.com/office/drawing/2014/main" id="{E260FAAB-F3BD-432F-AFD5-19C32B9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0F172A"/>
                </a:solidFill>
                <a:latin typeface="Arial"/>
                <a:ea typeface="Arial"/>
                <a:cs typeface="Arial"/>
              </a:rPr>
              <a:t>预览、下载、重开任务后仍可访问</a:t>
            </a:r>
          </a:p>
        </p:txBody>
      </p:sp>
      <p:sp>
        <p:nvSpPr>
          <p:cNvPr id="16" name="close">
            <a:extLst xmlns:a="http://schemas.openxmlformats.org/drawingml/2006/main">
              <a:ext uri="{FF2B5EF4-FFF2-40B4-BE49-F238E27FC236}">
                <a16:creationId xmlns:a16="http://schemas.microsoft.com/office/drawing/2014/main" id="{94849ADF-9B49-4F18-83EC-0BA5130F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上传资料后，从普通模式 N-04 开始最容易验证主链路。</a:t>
            </a:r>
          </a:p>
        </p:txBody>
      </p:sp>
      <p:sp>
        <p:nvSpPr>
          <p:cNvPr id="17" name="rule-4">
            <a:extLst xmlns:a="http://schemas.openxmlformats.org/drawingml/2006/main">
              <a:ext uri="{FF2B5EF4-FFF2-40B4-BE49-F238E27FC236}">
                <a16:creationId xmlns:a16="http://schemas.microsoft.com/office/drawing/2014/main" id="{54D28374-6A70-40D6-9544-8DAFD12B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4">
            <a:extLst xmlns:a="http://schemas.openxmlformats.org/drawingml/2006/main">
              <a:ext uri="{FF2B5EF4-FFF2-40B4-BE49-F238E27FC236}">
                <a16:creationId xmlns:a16="http://schemas.microsoft.com/office/drawing/2014/main" id="{5AC05C8D-FB2B-4A07-A428-645C9B62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64748B"/>
                </a:solidFill>
                <a:latin typeface="Arial"/>
                <a:ea typeface="Arial"/>
                <a:cs typeface="Arial"/>
              </a:rPr>
              <a:t>AgentNexus sample  ·  04</a:t>
            </a:r>
          </a:p>
        </p:txBody>
      </p:sp>
    </p:spTree>
    <p:extLst>
      <p:ext uri="{BB962C8B-B14F-4D97-AF65-F5344CB8AC3E}">
        <p14:creationId xmlns:p14="http://schemas.microsoft.com/office/powerpoint/2010/main" val="881878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2026-08-21T07:41:45.7650000Z</dcterms:created>
  <dcterms:modified xsi:type="dcterms:W3CDTF">2026-08-21T07:41:45.7650000Z</dcterms:modified>
</coreProperties>
</file>